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欢迎使用 CourseVideoGen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 CourseVideoGen？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这是一个自动生成 PPT 讲解视频的工具。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PPT 解析</a:t>
            </a:r>
          </a:p>
          <a:p>
            <a:r>
              <a:t>2. TTS 音频生成</a:t>
            </a:r>
          </a:p>
          <a:p>
            <a:r>
              <a:t>3. 视频合成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